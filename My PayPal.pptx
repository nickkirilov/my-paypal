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42481a838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42481a83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42481a83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42481a83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42481a83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42481a83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42481a83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42481a83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42481a838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b42481a838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42481a83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b42481a83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42481a838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b42481a838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42481a838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42481a838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42481a838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42481a838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42481a838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42481a838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mlg-ulb/creditcardfraud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researchgate.net/publication/333229231_Credit_Card_Fraud_Detection_-_Machine_Learning_methods" TargetMode="External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google-research/tuning_playbook/blob/main/README.m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My PayPal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910100" cy="10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Credit Card Fraud Detection - binary classification with highly </a:t>
            </a:r>
            <a:r>
              <a:rPr lang="bg"/>
              <a:t>imbalanced</a:t>
            </a:r>
            <a:r>
              <a:rPr lang="bg"/>
              <a:t> 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Nikolay Kirilov, student at Amsterdam Tech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Problem definition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The task is to train a model that lowers the false positives while the true positives do not change much.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So, the fee losses from stopped transactions to be as lower as possible for the fictional bank.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The success criteria is to achieve AUC score of more than 79% which is the AUC score of the baseline LogisticRegression model.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Data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4462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The genres data can be found on Kaggle: </a:t>
            </a:r>
            <a:r>
              <a:rPr lang="bg" u="sng">
                <a:solidFill>
                  <a:schemeClr val="hlink"/>
                </a:solidFill>
                <a:hlinkClick r:id="rId3"/>
              </a:rPr>
              <a:t>https://www.kaggle.com/datasets/mlg-ulb/creditcardfraud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bg"/>
              <a:t>Most of the features are a result of a PCA and the whole data is anonymised. The target is “Class” and its values are 1 and 0.</a:t>
            </a:r>
            <a:endParaRPr/>
          </a:p>
        </p:txBody>
      </p:sp>
      <p:pic>
        <p:nvPicPr>
          <p:cNvPr id="291" name="Google Shape;291;p15" title="Screenshot 2025-12-31 at 11.19.1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0775" y="128388"/>
            <a:ext cx="2312925" cy="488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Exploratory Data Analysis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bg"/>
              <a:t>I have </a:t>
            </a:r>
            <a:r>
              <a:rPr lang="bg"/>
              <a:t>started</a:t>
            </a:r>
            <a:r>
              <a:rPr lang="bg"/>
              <a:t> with a basic info and a head of the dataset to famiralize </a:t>
            </a:r>
            <a:r>
              <a:rPr lang="bg"/>
              <a:t>myself</a:t>
            </a:r>
            <a:r>
              <a:rPr lang="bg"/>
              <a:t>. </a:t>
            </a:r>
            <a:endParaRPr/>
          </a:p>
        </p:txBody>
      </p:sp>
      <p:pic>
        <p:nvPicPr>
          <p:cNvPr id="298" name="Google Shape;298;p16" title="Screenshot 2025-12-31 at 11.21.0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00" y="2990600"/>
            <a:ext cx="8108575" cy="13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37134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Exploratory Data Analysis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03800" y="1990050"/>
            <a:ext cx="18783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bg"/>
              <a:t>Then, I created a correlation matrix to better understand the features and to use it </a:t>
            </a:r>
            <a:r>
              <a:rPr lang="bg"/>
              <a:t>later for feature selection.</a:t>
            </a:r>
            <a:endParaRPr/>
          </a:p>
        </p:txBody>
      </p:sp>
      <p:pic>
        <p:nvPicPr>
          <p:cNvPr id="305" name="Google Shape;305;p17" title="corr_matrix.jpg"/>
          <p:cNvPicPr preferRelativeResize="0"/>
          <p:nvPr/>
        </p:nvPicPr>
        <p:blipFill rotWithShape="1">
          <a:blip r:embed="rId3">
            <a:alphaModFix/>
          </a:blip>
          <a:srcRect b="6152" l="9121" r="14924" t="9905"/>
          <a:stretch/>
        </p:blipFill>
        <p:spPr>
          <a:xfrm>
            <a:off x="4116525" y="193625"/>
            <a:ext cx="4764677" cy="4680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Exploratory Data Analysis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1303800" y="1990050"/>
            <a:ext cx="2290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bg"/>
              <a:t>After the matrix, probably the most important part of the EDA came, checking the class balance. Here it became clear that I must do something either oversampling or under sampling.</a:t>
            </a:r>
            <a:endParaRPr/>
          </a:p>
        </p:txBody>
      </p:sp>
      <p:pic>
        <p:nvPicPr>
          <p:cNvPr id="312" name="Google Shape;312;p18" title="Screenshot 2025-12-31 at 11.27.1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8150" y="1290825"/>
            <a:ext cx="3848827" cy="324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Data Preprocessing</a:t>
            </a:r>
            <a:endParaRPr/>
          </a:p>
        </p:txBody>
      </p:sp>
      <p:sp>
        <p:nvSpPr>
          <p:cNvPr id="318" name="Google Shape;318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bg"/>
              <a:t>After the EDA, I performed feature selection by utilizing the correlation matrix earlier created. This step, lowered the training time significantly with more than 40 sec - from 3:25 min to 2:39 min. In scale, this could save a lot of time and resources. </a:t>
            </a:r>
            <a:endParaRPr/>
          </a:p>
        </p:txBody>
      </p:sp>
      <p:pic>
        <p:nvPicPr>
          <p:cNvPr id="319" name="Google Shape;319;p19" title="Screenshot 2025-12-31 at 11.30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512" y="3394000"/>
            <a:ext cx="7248976" cy="10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Data Preprocessing</a:t>
            </a:r>
            <a:endParaRPr/>
          </a:p>
        </p:txBody>
      </p:sp>
      <p:sp>
        <p:nvSpPr>
          <p:cNvPr id="325" name="Google Shape;325;p20"/>
          <p:cNvSpPr txBox="1"/>
          <p:nvPr>
            <p:ph idx="1" type="body"/>
          </p:nvPr>
        </p:nvSpPr>
        <p:spPr>
          <a:xfrm>
            <a:off x="1303800" y="1506875"/>
            <a:ext cx="3561900" cy="29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After, the feature selection, I did the train/test split and performed oversampling using SMOTE and two hyperparameters that I figured out while doing hyperparameter search using the optuna library. I decided to use oversampling, because in the most of the papers I read it turns out that it improves the performance more than the undersampling, which can be expected having in mind the imbalance in this dataset.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bg"/>
              <a:t>Main </a:t>
            </a:r>
            <a:r>
              <a:rPr lang="bg" u="sng">
                <a:solidFill>
                  <a:schemeClr val="hlink"/>
                </a:solidFill>
                <a:hlinkClick r:id="rId3"/>
              </a:rPr>
              <a:t>paper</a:t>
            </a:r>
            <a:endParaRPr/>
          </a:p>
        </p:txBody>
      </p:sp>
      <p:pic>
        <p:nvPicPr>
          <p:cNvPr id="326" name="Google Shape;326;p20" title="Screenshot 2025-12-31 at 11.32.3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273" y="730160"/>
            <a:ext cx="3561900" cy="4131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Methodology</a:t>
            </a:r>
            <a:endParaRPr/>
          </a:p>
        </p:txBody>
      </p:sp>
      <p:sp>
        <p:nvSpPr>
          <p:cNvPr id="332" name="Google Shape;332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bg"/>
              <a:t>As a classification problem, I utilized LogisticRegression from scikit-learn library as a baseline model that achieved AUC score of 79%. I used Random Forest classifier for the main model. The train/split was put to - 70/30. Then, I started performing multiple experiments while changing a single thing and monitoring the results with Mlflow. Finally, performed hyperparameter search with which the AUC became 91% while the training time was lowered more.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Experiments &amp; Results</a:t>
            </a:r>
            <a:endParaRPr/>
          </a:p>
        </p:txBody>
      </p:sp>
      <p:sp>
        <p:nvSpPr>
          <p:cNvPr id="338" name="Google Shape;338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I have conducted numerous experiments. I have tested different algorithms at the </a:t>
            </a:r>
            <a:r>
              <a:rPr lang="bg"/>
              <a:t>beginning, however, the Random Forest Classifier performed the best. After this,</a:t>
            </a:r>
            <a:r>
              <a:rPr lang="bg"/>
              <a:t>I have started with a plain </a:t>
            </a:r>
            <a:r>
              <a:rPr lang="bg"/>
              <a:t>Random Forest </a:t>
            </a:r>
            <a:r>
              <a:rPr lang="bg"/>
              <a:t>model. Then, I started adding more and more to it while following the Google’s </a:t>
            </a:r>
            <a:r>
              <a:rPr lang="bg" u="sng">
                <a:solidFill>
                  <a:schemeClr val="hlink"/>
                </a:solidFill>
                <a:hlinkClick r:id="rId3"/>
              </a:rPr>
              <a:t>paper</a:t>
            </a:r>
            <a:r>
              <a:rPr lang="bg"/>
              <a:t> that suggests a scientific approach for model improving. After all, I have achieved a somewhat good model with an AUC score of 91%.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Conclusion &amp; Future work</a:t>
            </a:r>
            <a:endParaRPr/>
          </a:p>
        </p:txBody>
      </p:sp>
      <p:sp>
        <p:nvSpPr>
          <p:cNvPr id="344" name="Google Shape;344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In conclusion, I learnt a lot about working with </a:t>
            </a:r>
            <a:r>
              <a:rPr lang="bg"/>
              <a:t>imbalanced</a:t>
            </a:r>
            <a:r>
              <a:rPr lang="bg"/>
              <a:t> data and balancing it. The neural model I built is not the best, however, I would say the data is limiting. The best model I found in my </a:t>
            </a:r>
            <a:r>
              <a:rPr lang="bg"/>
              <a:t>research</a:t>
            </a:r>
            <a:r>
              <a:rPr lang="bg"/>
              <a:t> had 94.5% AUC while mine achieved a little more than 91%. Based on that I would assume that the model built by me is good enough and could be used by the fictional bank.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bg"/>
              <a:t>During the researching and working, I found that there are other ways to solve the problem by scraping and adding more that which indeed would be useful. Moreover, I believe that with more work on the features and the hyperparameters, it may be possible to achieve even more than 94.5% AUC. This would be a perfect continuation of the project as future work.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